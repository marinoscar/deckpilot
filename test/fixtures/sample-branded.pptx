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Master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338560" y="0"/>
            <a:ext cx="850392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v0.16 fixture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6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Knowledge graphs</a:t>
            </a:r>
            <a:endParaRPr lang="en-US" sz="6000" dirty="0"/>
          </a:p>
        </p:txBody>
      </p:sp>
      <p:sp>
        <p:nvSpPr>
          <p:cNvPr id="3" name="Subtitle"/>
          <p:cNvSpPr/>
          <p:nvPr/>
        </p:nvSpPr>
        <p:spPr>
          <a:xfrm>
            <a:off x="54864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C2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pragmatic guide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 views, one story</a:t>
            </a:r>
            <a:endParaRPr lang="en-US" sz="3600" dirty="0"/>
          </a:p>
        </p:txBody>
      </p:sp>
      <p:sp>
        <p:nvSpPr>
          <p:cNvPr id="3" name="BodyLeft"/>
          <p:cNvSpPr/>
          <p:nvPr/>
        </p:nvSpPr>
        <p:spPr>
          <a:xfrm>
            <a:off x="548640" y="18288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column body text covers the contextual frame; this side argues for the simpler model.</a:t>
            </a:r>
            <a:endParaRPr lang="en-US" sz="1800" dirty="0"/>
          </a:p>
        </p:txBody>
      </p:sp>
      <p:sp>
        <p:nvSpPr>
          <p:cNvPr id="4" name="BodyRight"/>
          <p:cNvSpPr/>
          <p:nvPr/>
        </p:nvSpPr>
        <p:spPr>
          <a:xfrm>
            <a:off x="5852160" y="18288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column body text covers the counter-argument; complexity has its place when the data demands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output stream is in scope</a:t>
            </a:r>
            <a:endParaRPr lang="en-US" sz="3000" dirty="0"/>
          </a:p>
        </p:txBody>
      </p:sp>
      <p:sp>
        <p:nvSpPr>
          <p:cNvPr id="3" name="CardBg1"/>
          <p:cNvSpPr/>
          <p:nvPr/>
        </p:nvSpPr>
        <p:spPr>
          <a:xfrm>
            <a:off x="548640" y="1463040"/>
            <a:ext cx="3383280" cy="219456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4" name="CardTitle1"/>
          <p:cNvSpPr/>
          <p:nvPr/>
        </p:nvSpPr>
        <p:spPr>
          <a:xfrm>
            <a:off x="77724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Code</a:t>
            </a:r>
            <a:endParaRPr lang="en-US" sz="1800" dirty="0"/>
          </a:p>
        </p:txBody>
      </p:sp>
      <p:sp>
        <p:nvSpPr>
          <p:cNvPr id="5" name="CardBg2"/>
          <p:cNvSpPr/>
          <p:nvPr/>
        </p:nvSpPr>
        <p:spPr>
          <a:xfrm>
            <a:off x="4114800" y="1463040"/>
            <a:ext cx="3383280" cy="2194560"/>
          </a:xfrm>
          <a:prstGeom prst="rect">
            <a:avLst/>
          </a:prstGeom>
          <a:solidFill>
            <a:srgbClr val="0AA1A1"/>
          </a:solidFill>
          <a:ln w="12700">
            <a:solidFill>
              <a:srgbClr val="0AA1A1"/>
            </a:solidFill>
            <a:prstDash val="solid"/>
          </a:ln>
        </p:spPr>
      </p:sp>
      <p:sp>
        <p:nvSpPr>
          <p:cNvPr id="6" name="CardTitle2"/>
          <p:cNvSpPr/>
          <p:nvPr/>
        </p:nvSpPr>
        <p:spPr>
          <a:xfrm>
            <a:off x="434340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7" name="CardBg3"/>
          <p:cNvSpPr/>
          <p:nvPr/>
        </p:nvSpPr>
        <p:spPr>
          <a:xfrm>
            <a:off x="7680960" y="1463040"/>
            <a:ext cx="3383280" cy="219456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/>
            </a:solidFill>
            <a:prstDash val="solid"/>
          </a:ln>
        </p:spPr>
      </p:sp>
      <p:sp>
        <p:nvSpPr>
          <p:cNvPr id="8" name="CardTitle3"/>
          <p:cNvSpPr/>
          <p:nvPr/>
        </p:nvSpPr>
        <p:spPr>
          <a:xfrm>
            <a:off x="790956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Reports</a:t>
            </a:r>
            <a:endParaRPr lang="en-US" sz="1800" dirty="0"/>
          </a:p>
        </p:txBody>
      </p:sp>
      <p:sp>
        <p:nvSpPr>
          <p:cNvPr id="9" name="CardBg4"/>
          <p:cNvSpPr/>
          <p:nvPr/>
        </p:nvSpPr>
        <p:spPr>
          <a:xfrm>
            <a:off x="548640" y="3840480"/>
            <a:ext cx="3383280" cy="2194560"/>
          </a:xfrm>
          <a:prstGeom prst="rect">
            <a:avLst/>
          </a:prstGeom>
          <a:solidFill>
            <a:srgbClr val="B8398A"/>
          </a:solidFill>
          <a:ln w="12700">
            <a:solidFill>
              <a:srgbClr val="B8398A"/>
            </a:solidFill>
            <a:prstDash val="solid"/>
          </a:ln>
        </p:spPr>
      </p:sp>
      <p:sp>
        <p:nvSpPr>
          <p:cNvPr id="10" name="CardTitle4"/>
          <p:cNvSpPr/>
          <p:nvPr/>
        </p:nvSpPr>
        <p:spPr>
          <a:xfrm>
            <a:off x="77724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Presentations</a:t>
            </a:r>
            <a:endParaRPr lang="en-US" sz="1800" dirty="0"/>
          </a:p>
        </p:txBody>
      </p:sp>
      <p:sp>
        <p:nvSpPr>
          <p:cNvPr id="11" name="CardBg5"/>
          <p:cNvSpPr/>
          <p:nvPr/>
        </p:nvSpPr>
        <p:spPr>
          <a:xfrm>
            <a:off x="4114800" y="3840480"/>
            <a:ext cx="3383280" cy="2194560"/>
          </a:xfrm>
          <a:prstGeom prst="rect">
            <a:avLst/>
          </a:prstGeom>
          <a:solidFill>
            <a:srgbClr val="2E8B47"/>
          </a:solidFill>
          <a:ln w="12700">
            <a:solidFill>
              <a:srgbClr val="2E8B47"/>
            </a:solidFill>
            <a:prstDash val="solid"/>
          </a:ln>
        </p:spPr>
      </p:sp>
      <p:sp>
        <p:nvSpPr>
          <p:cNvPr id="12" name="CardTitle5"/>
          <p:cNvSpPr/>
          <p:nvPr/>
        </p:nvSpPr>
        <p:spPr>
          <a:xfrm>
            <a:off x="434340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Analyses</a:t>
            </a:r>
            <a:endParaRPr lang="en-US" sz="1800" dirty="0"/>
          </a:p>
        </p:txBody>
      </p:sp>
      <p:sp>
        <p:nvSpPr>
          <p:cNvPr id="13" name="CardBg6"/>
          <p:cNvSpPr/>
          <p:nvPr/>
        </p:nvSpPr>
        <p:spPr>
          <a:xfrm>
            <a:off x="7680960" y="3840480"/>
            <a:ext cx="3383280" cy="2194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CardTitle6"/>
          <p:cNvSpPr/>
          <p:nvPr/>
        </p:nvSpPr>
        <p:spPr>
          <a:xfrm>
            <a:off x="790956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Project artifacts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DeckPilot fixture</dc:title>
  <dc:subject>PptxGenJS Presentation</dc:subject>
  <dc:creator>PptxGenJS</dc:creator>
  <cp:lastModifiedBy>PptxGenJS</cp:lastModifiedBy>
  <cp:revision>1</cp:revision>
  <dcterms:created xsi:type="dcterms:W3CDTF">2026-05-29T05:05:54Z</dcterms:created>
  <dcterms:modified xsi:type="dcterms:W3CDTF">2026-05-29T05:05:54Z</dcterms:modified>
</cp:coreProperties>
</file>